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56" r:id="rId4"/>
    <p:sldId id="259" r:id="rId5"/>
    <p:sldId id="267" r:id="rId6"/>
    <p:sldId id="268" r:id="rId7"/>
    <p:sldId id="263" r:id="rId8"/>
    <p:sldId id="261" r:id="rId9"/>
    <p:sldId id="264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83"/>
    <p:restoredTop sz="94646"/>
  </p:normalViewPr>
  <p:slideViewPr>
    <p:cSldViewPr snapToGrid="0" snapToObjects="1">
      <p:cViewPr varScale="1">
        <p:scale>
          <a:sx n="85" d="100"/>
          <a:sy n="85" d="100"/>
        </p:scale>
        <p:origin x="176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A5DF98D-C342-0373-F942-622FCDE05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Tierethik nach Peter Singer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12540A15-7D0B-E7EA-DA63-31722A4A8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099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49FE1-849C-0383-9D30-F9201A33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A723B5-841C-91E4-0C1F-59481D851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36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Peter Singer – </a:t>
            </a:r>
            <a:r>
              <a:rPr dirty="0" err="1"/>
              <a:t>Hintergrund</a:t>
            </a:r>
            <a:r>
              <a:rPr dirty="0"/>
              <a:t> &amp; </a:t>
            </a:r>
            <a:r>
              <a:rPr dirty="0" err="1"/>
              <a:t>Prägungen</a:t>
            </a:r>
            <a:endParaRPr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B7532A-F4E1-DB9D-AEA1-DC3C6FA04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Biografischer Hintergrund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- Geboren 1946 in Melbourne</a:t>
            </a:r>
          </a:p>
          <a:p>
            <a:r>
              <a:rPr lang="de-DE" dirty="0"/>
              <a:t>- Eltern flohen vor dem Nationalsozialismus</a:t>
            </a:r>
          </a:p>
          <a:p>
            <a:r>
              <a:rPr lang="de-DE" dirty="0"/>
              <a:t>- Studium in Melbourne und Oxford</a:t>
            </a:r>
          </a:p>
          <a:p>
            <a:r>
              <a:rPr lang="de-DE" dirty="0"/>
              <a:t>- Oxford → analytische Philosophie (klare Argumente, wenig Pathos)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8194DC-2C60-4BB6-BC28-C3538C7C3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Philosophische Wurzeln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6551B9-13FC-39AF-39CD-31A4D224202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- Einfluss: Jeremy Bentham, John Stuart Mill</a:t>
            </a:r>
          </a:p>
          <a:p>
            <a:r>
              <a:rPr lang="de-DE" dirty="0"/>
              <a:t>- Utilitarismus als Grundgerüst</a:t>
            </a:r>
          </a:p>
          <a:p>
            <a:r>
              <a:rPr lang="de-DE" dirty="0"/>
              <a:t>- Leitgedanke: Moral beginnt beim Leid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Grundprinzip</a:t>
            </a:r>
            <a:r>
              <a:rPr lang="de-DE" dirty="0" err="1"/>
              <a:t>ien</a:t>
            </a:r>
            <a:r>
              <a:rPr lang="de-DE" dirty="0"/>
              <a:t> der Tierethik nach Singer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419" y="1506658"/>
            <a:ext cx="4619501" cy="17839940"/>
          </a:xfrm>
        </p:spPr>
        <p:txBody>
          <a:bodyPr/>
          <a:lstStyle/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b="1" dirty="0">
                <a:solidFill>
                  <a:srgbClr val="000000"/>
                </a:solidFill>
              </a:rPr>
              <a:t>Utilitarismus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2000" dirty="0">
                <a:latin typeface="+mj-lt"/>
              </a:rPr>
              <a:t>Eine Handlung ist moralisch richtig, wenn sie das Leid verringert und das Wohlbefinden erhöht – für alle Wesen, die betroffen sind.</a:t>
            </a:r>
            <a:endParaRPr lang="de-DE"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Gleiches</a:t>
            </a:r>
            <a:r>
              <a:rPr dirty="0"/>
              <a:t> Leid </a:t>
            </a:r>
            <a:r>
              <a:rPr dirty="0" err="1"/>
              <a:t>zählt</a:t>
            </a:r>
            <a:r>
              <a:rPr dirty="0"/>
              <a:t> </a:t>
            </a:r>
            <a:r>
              <a:rPr dirty="0" err="1"/>
              <a:t>gleich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Moralische</a:t>
            </a:r>
            <a:r>
              <a:rPr dirty="0"/>
              <a:t> </a:t>
            </a:r>
            <a:r>
              <a:rPr dirty="0" err="1"/>
              <a:t>Relevanz</a:t>
            </a:r>
            <a:r>
              <a:rPr dirty="0"/>
              <a:t> </a:t>
            </a:r>
            <a:r>
              <a:rPr dirty="0" err="1"/>
              <a:t>basiert</a:t>
            </a:r>
            <a:r>
              <a:rPr dirty="0"/>
              <a:t> auf </a:t>
            </a:r>
            <a:r>
              <a:rPr dirty="0" err="1"/>
              <a:t>Leidensfähigkeit</a:t>
            </a:r>
            <a:endParaRPr dirty="0"/>
          </a:p>
          <a:p>
            <a:pPr marL="0" indent="0">
              <a:buNone/>
            </a:pPr>
            <a:r>
              <a:rPr dirty="0"/>
              <a:t>- Singer: ‚</a:t>
            </a:r>
            <a:r>
              <a:rPr dirty="0" err="1"/>
              <a:t>Gleichheit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moralische</a:t>
            </a:r>
            <a:r>
              <a:rPr dirty="0"/>
              <a:t> Idee‘</a:t>
            </a:r>
          </a:p>
          <a:p>
            <a:endParaRPr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98C689-9D8A-23B1-50DF-ABA25E1CD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0753" y="1417638"/>
            <a:ext cx="4453247" cy="4708525"/>
          </a:xfrm>
        </p:spPr>
        <p:txBody>
          <a:bodyPr/>
          <a:lstStyle/>
          <a:p>
            <a:pPr marL="0" indent="0" algn="ctr">
              <a:buNone/>
            </a:pPr>
            <a:r>
              <a:rPr lang="de-DE" b="1" dirty="0"/>
              <a:t>Speziesismus</a:t>
            </a:r>
          </a:p>
          <a:p>
            <a:pPr marL="0" indent="0">
              <a:buNone/>
            </a:pPr>
            <a:r>
              <a:rPr lang="de-DE" dirty="0"/>
              <a:t>- Diskriminierung aufgrund der Artzugehörigkeit</a:t>
            </a:r>
          </a:p>
          <a:p>
            <a:pPr marL="0" indent="0">
              <a:buNone/>
            </a:pPr>
            <a:r>
              <a:rPr lang="de-DE" dirty="0"/>
              <a:t>- Vergleichbar mit Rassismus/Sexismus</a:t>
            </a:r>
          </a:p>
          <a:p>
            <a:pPr marL="0" indent="0">
              <a:buNone/>
            </a:pPr>
            <a:r>
              <a:rPr lang="de-DE" dirty="0"/>
              <a:t>- Singer: Tiere nicht schlechter behandeln nur wegen der Art</a:t>
            </a:r>
          </a:p>
          <a:p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3AEBF-E2F1-20CA-B828-D08702DD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Grundprinzipien der Tierethik nach Singer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9EC638-E9A2-5F7D-F353-C6669B0D9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770026" cy="498316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de-DE" b="1" dirty="0" err="1"/>
              <a:t>Sentienz</a:t>
            </a:r>
            <a:endParaRPr lang="de-DE" b="1" dirty="0"/>
          </a:p>
          <a:p>
            <a:pPr marL="0" indent="0">
              <a:buNone/>
            </a:pPr>
            <a:r>
              <a:rPr lang="de-DE" dirty="0"/>
              <a:t>- Ist eine Kernaussage der gleichen Interessenberücksichtigung. </a:t>
            </a:r>
          </a:p>
          <a:p>
            <a:pPr>
              <a:buFontTx/>
              <a:buChar char="-"/>
            </a:pPr>
            <a:r>
              <a:rPr lang="de-DE" dirty="0"/>
              <a:t>Das moralisch relevante Kriterium ist: die Fähigkeit zu leiden oder sich zu freuen.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Wenn wir ein menschliches Leid stärker gewichten, dann ist es Speziesismus.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7DA527-CBBE-4E41-B087-B1ED64688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7226" y="1600200"/>
            <a:ext cx="4459573" cy="45259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de-DE" b="1" dirty="0"/>
              <a:t>Ersetzbarkeit/Prinzip der gleichen Interessenberücksichtigung</a:t>
            </a:r>
          </a:p>
          <a:p>
            <a:pPr marL="0" indent="0">
              <a:buNone/>
            </a:pPr>
            <a:r>
              <a:rPr lang="de-DE" dirty="0"/>
              <a:t>- Bedeutet nicht, dass alle gleich behandelt werden, sondern dass gleiche Interessen gleich behandelt werden müssen</a:t>
            </a:r>
          </a:p>
          <a:p>
            <a:pPr marL="0" indent="0" algn="ctr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554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2775C-51D4-A245-4203-C39AC6E7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BD71F9-8B04-7728-51B7-FC06910938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7D5784-33FF-B1A7-C09C-3D4E07A647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404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D07A4-D14B-7D66-E971-9650FA16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Konsequenzen für EU- und Bundesrecht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210FE9-1F4E-B510-A455-D05D068EF0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854939-17AA-445F-D473-A229FBD837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83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Konsequenzen für die Tierethik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Ablehnung von Massentierhaltung</a:t>
            </a:r>
          </a:p>
          <a:p>
            <a:r>
              <a:t>- Kritik an unnötigen Tierversuchen</a:t>
            </a:r>
          </a:p>
          <a:p>
            <a:r>
              <a:t>- Utilitaristische Forderung: Leid reduzieren</a:t>
            </a:r>
          </a:p>
          <a:p>
            <a:r>
              <a:t>- Praktische Konsequenz: verändertes Konsumverhalten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8F51A-5CEE-205E-F7E8-4743432D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Kritik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962A7E-75E9-45F4-5568-1F075601D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96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Singer </a:t>
            </a:r>
            <a:r>
              <a:rPr dirty="0" err="1"/>
              <a:t>verbindet</a:t>
            </a:r>
            <a:r>
              <a:rPr dirty="0"/>
              <a:t> </a:t>
            </a:r>
            <a:r>
              <a:rPr dirty="0" err="1"/>
              <a:t>Biografie</a:t>
            </a:r>
            <a:r>
              <a:rPr dirty="0"/>
              <a:t> + </a:t>
            </a:r>
            <a:r>
              <a:rPr dirty="0" err="1"/>
              <a:t>Analytik</a:t>
            </a:r>
            <a:r>
              <a:rPr dirty="0"/>
              <a:t> + </a:t>
            </a:r>
            <a:r>
              <a:rPr dirty="0" err="1"/>
              <a:t>Utilitarismus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Zentrale</a:t>
            </a:r>
            <a:r>
              <a:rPr dirty="0"/>
              <a:t> Idee: Leid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moralisch</a:t>
            </a:r>
            <a:r>
              <a:rPr dirty="0"/>
              <a:t> </a:t>
            </a:r>
            <a:r>
              <a:rPr dirty="0" err="1"/>
              <a:t>zentral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Gleiches</a:t>
            </a:r>
            <a:r>
              <a:rPr dirty="0"/>
              <a:t> Leid </a:t>
            </a:r>
            <a:r>
              <a:rPr dirty="0" err="1"/>
              <a:t>zählt</a:t>
            </a:r>
            <a:r>
              <a:rPr dirty="0"/>
              <a:t> </a:t>
            </a:r>
            <a:r>
              <a:rPr dirty="0" err="1"/>
              <a:t>gleich</a:t>
            </a:r>
            <a:r>
              <a:rPr dirty="0"/>
              <a:t> – </a:t>
            </a:r>
            <a:r>
              <a:rPr dirty="0" err="1"/>
              <a:t>unabhängig</a:t>
            </a:r>
            <a:r>
              <a:rPr dirty="0"/>
              <a:t> von der Art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Macintosh PowerPoint</Application>
  <PresentationFormat>Bildschirmpräsentation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Tierethik nach Peter Singer</vt:lpstr>
      <vt:lpstr>Gliederung</vt:lpstr>
      <vt:lpstr>Peter Singer – Hintergrund &amp; Prägungen</vt:lpstr>
      <vt:lpstr>Grundprinzipien der Tierethik nach Singer</vt:lpstr>
      <vt:lpstr>Grundprinzipien der Tierethik nach Singer</vt:lpstr>
      <vt:lpstr>PowerPoint-Präsentation</vt:lpstr>
      <vt:lpstr>Konsequenzen für EU- und Bundesrecht</vt:lpstr>
      <vt:lpstr>Konsequenzen für die Tierethik</vt:lpstr>
      <vt:lpstr>Kritik</vt:lpstr>
      <vt:lpstr>Zusammenfassung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 Bezborodova</cp:lastModifiedBy>
  <cp:revision>5</cp:revision>
  <dcterms:created xsi:type="dcterms:W3CDTF">2013-01-27T09:14:16Z</dcterms:created>
  <dcterms:modified xsi:type="dcterms:W3CDTF">2025-11-18T11:00:33Z</dcterms:modified>
  <cp:category/>
</cp:coreProperties>
</file>